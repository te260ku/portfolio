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B57EA9-340D-848F-FA8F-40CBBDF37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3E78FB-C565-E466-9B39-B790DD42B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CE05FD-D0D5-2B3C-05C4-ECBC649A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2B06A2-F4E7-F701-9E42-78DDEFFE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8440A1-FDAA-3A25-C256-5A18D61F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81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F26792-8300-DB7B-59AA-610F82BD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D71CF1-692C-84AE-7A3F-0892DBC1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5B767-4F4D-61C1-F6E5-AB6E573C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F83D8A-ECA8-01B4-EC88-3E8A1FEA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7BE21-B03E-9993-41CC-FF1A36D7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31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EC5C3-1DC1-50B8-4CA8-49DB48D3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934C44-B05D-9F85-F055-CCCEEC8F4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097728-B631-79B1-AC60-3CFA1160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596472-0A85-3E15-FF87-856E72E4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615E63-D4E9-E9B6-4361-089D8436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41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28A02-C00B-510C-461C-7A17EE72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D15737-FC87-43EC-0576-A0E0532A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F9F6F3-9B25-9EAA-9257-DC5C1AF18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90CCBD-5F49-1F8C-9310-97CF50B1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25AFCE-B5A5-6EC1-3F2F-60FE3535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4C1313-84D7-B7A7-8D34-6B075E23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79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69FB3-4167-38BF-8475-777B9486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379E45-25AC-EB21-9803-D26613AE8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92A856-49B5-8383-FC58-B7CAF434A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17D988-E6BE-07EE-B0A6-D121AC1DC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818BC9-FD5B-18C8-4F01-A07648C3F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EAA03D-603B-AB42-2EAC-2EFCE31EC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6EF04C-3B73-AA7D-3285-C36923A4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1B516E-A9AA-D9FB-27EA-3029A795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711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D5790-2D57-35FA-0AFD-125C68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40F87F-BC13-849E-56BC-9142207A8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5DC9034-316E-C068-C4CF-859A7532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7601DAE-3585-47CE-CA88-B33182C7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05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20D2F2-E354-3CA3-BA3E-D2774860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1DB44AE-4DAE-BAA5-B585-0C5D180A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5AA62A-D6BE-4921-BFDE-8FDE83D2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506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8993DE-166D-1F89-01A5-F264181A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4D0D9F-BF9D-FC0A-46C5-3F0E80CD9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F55A46-26DF-6736-0611-1D198E91A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972E81-D3B6-779D-33B5-06EA72FE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57A432-55C4-0DA8-F576-CD300ACD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45CBF1-6C17-8B75-3DC9-970D6DA2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23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5005A-40FB-7023-6E37-DCB1BFBA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DAE197-F1E2-3E29-BBAA-53BD152C1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688F12-4AD5-21D2-F3D6-EB3C4AC49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FB0D5F-8008-35BA-8C12-B74A07EB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2721E7-25A0-7D8A-1EFA-BDBFA780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90D548-AD81-0270-BD93-BD0FC10AB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C28100-2BBE-9D99-5287-68212445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413904-92FB-1E6E-954F-3851D82E4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1E4A4D-9F3E-491A-D1F7-83F6DD65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CD4CA9-F1CE-34D3-9BE8-30550D8A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B7FED4-312E-76B7-412C-DA34BEE3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45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ED9BB16-D7AB-EC81-9D1A-E7CAC6C10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826885-8F9C-7E8A-1617-A0B6C37D7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42E16C-03BD-F2C1-1785-BBC525AC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83B411-06D9-1D18-2F91-57375CCE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65F954-95E0-3FE8-4596-3A319E4A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24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1DDA2F-96CC-B638-9AF2-21FFD7C29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81C71B-2E3E-59BB-EAF5-7917C2C61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1C47D-DE80-E04B-571A-EBF5D5BDE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C85D1-BA9F-460B-B41F-4B8731673E72}" type="datetimeFigureOut">
              <a:rPr kumimoji="1" lang="ja-JP" altLang="en-US" smtClean="0"/>
              <a:t>2024/2/17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EB59CE-C1B9-540A-5BB6-113FB0D96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22B08E-0C44-C4B3-90A0-0CC1A990A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16125-C00E-46E1-8B97-BA5F41190B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58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7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tetsuro okuya</dc:creator>
  <cp:lastModifiedBy>tetsuro okuya</cp:lastModifiedBy>
  <cp:revision>1</cp:revision>
  <dcterms:created xsi:type="dcterms:W3CDTF">2024-02-17T11:43:49Z</dcterms:created>
  <dcterms:modified xsi:type="dcterms:W3CDTF">2024-02-17T11:43:49Z</dcterms:modified>
</cp:coreProperties>
</file>